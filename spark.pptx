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7CE66B-4DE9-2D82-01D7-CA8067D9C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8D5BC2D-0EA2-F0D7-5DFA-A3A8020D6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993DF02-FE59-E631-F737-88D797CB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F9DB-4A34-423B-B603-05001220214A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1785030-77F9-EE7A-214A-78C4267D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0C342BC-BB3E-882E-5CE9-45275B53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241E-10D3-4BF4-9706-CBECEBFACA5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788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5F7C09-442D-49DD-4CFF-3327795C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EA3F9A8-E643-1665-7FEA-021FF07F2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C7BC95B-91EC-F03C-F4C5-CAE999A0F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F9DB-4A34-423B-B603-05001220214A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CDA843F-9A93-6A83-A3D1-6931C4F1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8215427-A7E6-AC08-0AF1-BB20940B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241E-10D3-4BF4-9706-CBECEBFACA5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6629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A796C67-AA99-F67B-88D7-7669C7AC8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AD5C893-00EA-4EBC-F225-568254F84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8C270F5-CDBE-DE00-A63D-B83ECE118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F9DB-4A34-423B-B603-05001220214A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24FB4DB-2D44-BFF4-C177-A6D4D834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FED64F8-BE72-28B3-5B4E-35079DF89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241E-10D3-4BF4-9706-CBECEBFACA5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4544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508B90-DC4E-FFE5-201B-5E6833197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58FC1B-899D-BDC9-C565-65C04C8BB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2273175-4E25-02B3-3219-22885BA33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72FA98D-8FEC-B6E7-85A3-1B4F04EE4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F9DB-4A34-423B-B603-05001220214A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CCD2E72-BB41-72B7-C629-1C66BE3D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4DFB5C4-4807-80BC-E3CE-104D52EB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241E-10D3-4BF4-9706-CBECEBFACA5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9814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81A814-E06C-6ED9-D642-205031EFC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530A8B6-0F76-34D9-1601-F52D8DE27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6ECE5EA-1319-2A42-DEA7-0678DC46D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B2683532-ADE7-E924-2096-98DA4C4E6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D3109491-3FC7-75D7-68B6-6BDB7A647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D46F57A2-9880-1A11-3A18-DE92C6224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F9DB-4A34-423B-B603-05001220214A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2008E79-E5DD-F146-6230-8E343F12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4AD2D9C-F63E-3C33-2856-D1B847AC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241E-10D3-4BF4-9706-CBECEBFACA5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424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AA952B7-CC03-08B2-843A-AB8087690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2371D11-43D9-80CF-D04D-85B0D115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F9DB-4A34-423B-B603-05001220214A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FCE39E0-8ED0-6144-CCEA-B3EAF4117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6A62438-27F7-3254-4D2D-EA3C72BB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241E-10D3-4BF4-9706-CBECEBFACA5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9779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28ECDE2-3B9D-DAEA-A603-DF977E7F6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F9DB-4A34-423B-B603-05001220214A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ED65416-166B-3D81-239D-C479C1C05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80ED142-8332-B6DB-AC0B-BE1CB651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241E-10D3-4BF4-9706-CBECEBFACA5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891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4DB617-5FB6-C8AB-8683-E345D15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1892F9D-7794-AD01-8FF1-54CFB73D9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ED10A03-63F4-8437-7AC1-81E774F13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A0AA5C6-0A83-DD55-CF65-026DA8E8F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F9DB-4A34-423B-B603-05001220214A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3090C0A-D8F2-A262-1352-E936CD1A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7619FF0-99AD-3804-21E3-54E812AD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241E-10D3-4BF4-9706-CBECEBFACA5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064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E98ADA-DA74-2DF0-7D5C-655F8F9CF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03EACF0-1A62-618B-5E0E-1EF6591271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90AC0F4-00A6-0CA4-8DC8-B3D648C6A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E908226-A90A-E9B7-9113-E198FBD34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F9DB-4A34-423B-B603-05001220214A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9199A14-BD08-6E47-9B72-3B5483768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28A726C-7F58-2C95-7F8E-9836BDA1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241E-10D3-4BF4-9706-CBECEBFACA5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2256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EE3112-9CDD-DF8B-452E-95F88848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2C7A0D3-CB8B-6504-952B-11342112B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D268721-A81A-754D-D71A-A040DE662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F9DB-4A34-423B-B603-05001220214A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D6E3F8B-9F01-E7A3-8E95-06948BDC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C7AA26D-EFD9-9C28-C5D6-A61E0D67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241E-10D3-4BF4-9706-CBECEBFACA5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5364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F341A8D-8CC2-B2B8-F6F3-A8EB06042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5E924E8-DD9E-7950-3294-FC97BA6D5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AD705F1-8680-0046-DB89-ACECBE2B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F9DB-4A34-423B-B603-05001220214A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EA31CAA-C5A3-1A0E-6ABF-5631CE61A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AA6A829-ECD0-7968-3871-EB8E4678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241E-10D3-4BF4-9706-CBECEBFACA5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0517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34B0791-61DB-1341-257F-4C09B3B1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FE5536B-2EE6-6049-0168-72855330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4B21E22-711D-D58A-EE19-82ABA4939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BF9DB-4A34-423B-B603-05001220214A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E31BBCC-A46E-7471-793A-C89FE0881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3CF84E3-4D97-54FA-B146-F575B3360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C241E-10D3-4BF4-9706-CBECEBFACA5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422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AD09447-4187-279B-B8EF-9DB952241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29" y="1084730"/>
            <a:ext cx="7555577" cy="362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958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C5B1998-F9EE-F3F4-A3C7-8B3A94435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01" y="1148316"/>
            <a:ext cx="9893397" cy="343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8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0D72AED-7722-DD63-FF34-60444F24F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818" y="1374759"/>
            <a:ext cx="9156364" cy="291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5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EC3BE53-850C-C09F-A3F9-76B293F92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761" y="1063811"/>
            <a:ext cx="8612478" cy="311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17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504B8C2-C9DE-718C-7626-12AA6DA6C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698" y="1244010"/>
            <a:ext cx="6686603" cy="34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39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4EB56C4-0C01-5584-17AB-EEA16BCA8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566" y="1518514"/>
            <a:ext cx="6910867" cy="296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640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482DAE2-B2AC-7D52-FA68-F9C85984D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677" y="2293401"/>
            <a:ext cx="7644645" cy="193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928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96E377E-878E-55F6-4EC3-BBEC631F3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073" y="675891"/>
            <a:ext cx="8449854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73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Geniş ekran</PresentationFormat>
  <Paragraphs>0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3</cp:revision>
  <dcterms:created xsi:type="dcterms:W3CDTF">2026-04-29T18:47:44Z</dcterms:created>
  <dcterms:modified xsi:type="dcterms:W3CDTF">2026-05-01T17:35:22Z</dcterms:modified>
</cp:coreProperties>
</file>